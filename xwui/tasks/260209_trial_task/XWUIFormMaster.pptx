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6" d="100"/>
          <a:sy n="96" d="100"/>
        </p:scale>
        <p:origin x="5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488E-8157-A7BD-1048-60792DAF7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229DA-269D-B555-3428-06F915D27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B0D2F-707B-E1A9-4A83-A8F6ACF3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8675E-DE41-905B-38DC-A45044AE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DFF38-785C-97F5-A0F0-E711533E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5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BF92-E2E3-E013-778F-4773078B1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7F910-C697-306D-E50B-91E2D8819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7C6D7-F5DB-DA22-9D98-8E79DDC34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1ADFC-654D-7659-CB9E-67F8E96D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56661-6EA1-9D35-036A-F3834B36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6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53DF-871F-39E7-BC2B-366564F5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3C1DB-2AD7-BA87-AC02-5E671F124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D5465-3C19-8BC1-9A51-3A8ACA0E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1FCF8-B756-1C6F-0B23-F7A935F5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C4672-D77A-A5CD-CB4D-599BD550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3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B2487-0E32-8744-68E9-817A7CB4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B160D-F767-856F-02E8-430BED51C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4FCD0-1824-5F59-71EE-B9B4E4F1C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22134-AFF2-756A-7430-D2601880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190D8-628B-08D2-77EB-51E50822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AA64E-3A27-E73C-EFDF-A3336735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8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B964-0FDF-DE81-B6AE-8AEDFB82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7FC8E-FD0B-5DB5-468E-13DB7B548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EF950-2A80-1ADF-3D0E-115B50039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32EB8-6808-EA1E-5594-80BA82D6D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4F9AF-4972-746C-3197-3FBFFC4CA3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D652A-5EC8-F8AF-9855-42AFFBB8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A5BDF-E487-CC00-D7CF-4A7FB331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4941DA-9843-A0F4-FE74-A85F3975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5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82D7-25DE-F864-8DDC-246369B1C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82B14-7EAC-AB3D-F651-47C0441A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C672D-C593-64C9-E24A-8AFAA2DF8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5F8BF-90DF-0B28-A888-E0B52046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0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CBD3D-D38E-9BD0-150E-EAAE912C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4ADD1-8ECD-C041-3642-E420CE997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284DA-452C-D101-D521-E9CF0319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8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15A0-1EDE-CC5E-1607-0BC225EC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2D673-9FF6-1FF9-B741-64430E86E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CCE20-5222-406B-993F-177F7798A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BCF9D-3464-E3DB-16D1-3E93AAEF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43624-F812-11D5-CABD-AFB8F44B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AA573-2101-11B3-6096-BA62DB83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8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6FB9-F7DC-D0B2-2325-160A7C70F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E8A513-FAB5-E75E-5C8D-EAA4F7AAC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D1684-2F54-0A67-3A70-7E3A63CC1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09EA2-0E54-847D-BCE6-B8A273AE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BE490-458F-2F13-2EDB-A58FA1F4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C620-0E04-8A93-7DA8-1DDEFD6F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4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FD2F-87CF-EBC4-4E15-B2D4C879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A3FA0-ACD9-F3B5-F8D0-7ABBDD7C8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85A58-051A-53BB-3748-8D8597BA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3B410-4F74-33B3-78A6-508A225E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53E17-3BBE-FD6C-CF8A-3A36D32B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75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01EED-C459-9356-6986-5C37B24CD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30E22-DB54-570F-5329-BF6E3678C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D4F3-0A21-C708-3493-9AEA1FC6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64BD2-3ACB-81B2-7E5E-4608CA4C0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84211-4884-E1C2-E5D6-548601BC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41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5C7C6A-D0E9-EA7A-B04D-6654B57EA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8A87A-F6E1-728D-28E5-85AFA9740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998B7-E5F9-11AA-00BC-C9D813BC4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55F19-36AC-40CE-A21C-F40009562E26}" type="datetimeFigureOut">
              <a:rPr lang="en-US" smtClean="0"/>
              <a:t>09-Feb-26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BDB64-70DD-9B75-E561-6004A57D2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7465B-3C23-C2FD-02EE-8D7359D15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8F31A-E547-48E8-9874-A08EF6B18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4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C9FD-1D33-4F95-B275-59141170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 err="1"/>
              <a:t>XWUIFormMaster</a:t>
            </a: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C3AB0-7C0F-F79E-F539-921D5850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super component that handles both the form editing and the CRUD of a record or an entity or an object. Relies heavily on converting between JSON format and UI for:</a:t>
            </a:r>
          </a:p>
          <a:p>
            <a:pPr lvl="1"/>
            <a:r>
              <a:rPr lang="en-US" dirty="0"/>
              <a:t>FORM JSON</a:t>
            </a:r>
          </a:p>
          <a:p>
            <a:pPr lvl="1"/>
            <a:r>
              <a:rPr lang="en-US" dirty="0"/>
              <a:t>RECORDS JSON</a:t>
            </a:r>
          </a:p>
          <a:p>
            <a:pPr lvl="1"/>
            <a:r>
              <a:rPr lang="en-US" dirty="0"/>
              <a:t>RECORD JSON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09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4E2876-9543-18B2-19D3-FDC808F05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448" y="745987"/>
            <a:ext cx="7220321" cy="5366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33E4D-7B7A-75EA-C7C2-47E382AABFAA}"/>
              </a:ext>
            </a:extLst>
          </p:cNvPr>
          <p:cNvSpPr txBox="1"/>
          <p:nvPr/>
        </p:nvSpPr>
        <p:spPr>
          <a:xfrm>
            <a:off x="318052" y="1358348"/>
            <a:ext cx="41943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this is the form editor page where you can drag and drop all input-related components that XWUI supports. In this sample, we're showing hard-coded components only.</a:t>
            </a:r>
          </a:p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8CBD6-F837-D8C3-37FB-90B129AAEA6A}"/>
              </a:ext>
            </a:extLst>
          </p:cNvPr>
          <p:cNvSpPr txBox="1"/>
          <p:nvPr/>
        </p:nvSpPr>
        <p:spPr>
          <a:xfrm>
            <a:off x="318052" y="79513"/>
            <a:ext cx="5287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EDITOR PAGE – FORM EDITOR - 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1A348-BBE6-40E3-C84E-AC2F9C1CD520}"/>
              </a:ext>
            </a:extLst>
          </p:cNvPr>
          <p:cNvSpPr txBox="1"/>
          <p:nvPr/>
        </p:nvSpPr>
        <p:spPr>
          <a:xfrm>
            <a:off x="7030278" y="430696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form_state_editor_view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67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898B97-51F4-D7E0-BD36-2DBA3E668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006" y="2248060"/>
            <a:ext cx="7340977" cy="4508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F2B31-5852-9FB0-40FB-EE1AD8E95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04" y="2992230"/>
            <a:ext cx="3748356" cy="278571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E12A5804-31BF-9B29-4591-95DEA681FBD9}"/>
              </a:ext>
            </a:extLst>
          </p:cNvPr>
          <p:cNvSpPr/>
          <p:nvPr/>
        </p:nvSpPr>
        <p:spPr>
          <a:xfrm>
            <a:off x="3889513" y="4048539"/>
            <a:ext cx="980661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FB5AE-70C2-C63D-D9C4-26131D9AB145}"/>
              </a:ext>
            </a:extLst>
          </p:cNvPr>
          <p:cNvSpPr txBox="1"/>
          <p:nvPr/>
        </p:nvSpPr>
        <p:spPr>
          <a:xfrm>
            <a:off x="291548" y="477078"/>
            <a:ext cx="41943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this is the form editor page where you can drag and drop all input-related components that XWUI supports. In this sample, we're showing hard-coded components only.</a:t>
            </a:r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4ED2F-5083-115F-7159-6615F956B800}"/>
              </a:ext>
            </a:extLst>
          </p:cNvPr>
          <p:cNvSpPr txBox="1"/>
          <p:nvPr/>
        </p:nvSpPr>
        <p:spPr>
          <a:xfrm>
            <a:off x="318052" y="79513"/>
            <a:ext cx="637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EDITOR PAGE – FORM EDITOR - JSON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ADA13-908A-794E-824A-691CF880E360}"/>
              </a:ext>
            </a:extLst>
          </p:cNvPr>
          <p:cNvSpPr txBox="1"/>
          <p:nvPr/>
        </p:nvSpPr>
        <p:spPr>
          <a:xfrm>
            <a:off x="622199" y="2673373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form_state_editor_view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30EC12-A4C5-8686-DF93-25551EC384CA}"/>
              </a:ext>
            </a:extLst>
          </p:cNvPr>
          <p:cNvSpPr txBox="1"/>
          <p:nvPr/>
        </p:nvSpPr>
        <p:spPr>
          <a:xfrm>
            <a:off x="6771208" y="1878728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form_state_editor_json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0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2191C-1A1A-D5E9-13D4-EDF36E2C0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E4913CA-B1E4-4B4D-FD75-1C3072ADDD76}"/>
              </a:ext>
            </a:extLst>
          </p:cNvPr>
          <p:cNvSpPr txBox="1"/>
          <p:nvPr/>
        </p:nvSpPr>
        <p:spPr>
          <a:xfrm>
            <a:off x="291548" y="477078"/>
            <a:ext cx="41943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this is the form editor page where you can drag and drop all input-related components that XWUI supports. In this sample, we're showing hard-coded components only.</a:t>
            </a:r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89BD3-040C-8BD8-6FBD-AEA388CA38D4}"/>
              </a:ext>
            </a:extLst>
          </p:cNvPr>
          <p:cNvSpPr txBox="1"/>
          <p:nvPr/>
        </p:nvSpPr>
        <p:spPr>
          <a:xfrm>
            <a:off x="318051" y="79513"/>
            <a:ext cx="5830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EDITOR PAGE – FORM JSON – to – RECORD CRUD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944602-3AD7-97A9-5DCA-3368119FD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7" y="2483023"/>
            <a:ext cx="4194313" cy="3245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FE809D-80AB-88F3-C24F-D7681B82F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203" y="2378113"/>
            <a:ext cx="3247561" cy="9194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2E0F8A-8DBB-91B6-3D8E-5FADA4153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047" y="3863407"/>
            <a:ext cx="4235720" cy="293495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E592FB11-BFE3-9679-7F2D-ED16C0C57C36}"/>
              </a:ext>
            </a:extLst>
          </p:cNvPr>
          <p:cNvSpPr/>
          <p:nvPr/>
        </p:nvSpPr>
        <p:spPr>
          <a:xfrm rot="5400000">
            <a:off x="6223481" y="3161432"/>
            <a:ext cx="980661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E59310-F647-4EF6-8FD0-CCD9EA25A77B}"/>
              </a:ext>
            </a:extLst>
          </p:cNvPr>
          <p:cNvSpPr txBox="1"/>
          <p:nvPr/>
        </p:nvSpPr>
        <p:spPr>
          <a:xfrm>
            <a:off x="745441" y="5690353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form_record_state_add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724335-8918-26D8-BCC5-852204E726E8}"/>
              </a:ext>
            </a:extLst>
          </p:cNvPr>
          <p:cNvSpPr txBox="1"/>
          <p:nvPr/>
        </p:nvSpPr>
        <p:spPr>
          <a:xfrm>
            <a:off x="5693610" y="6429033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form_record_state_view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FD7245-D0AC-FBE0-9A9B-000C82260AC1}"/>
              </a:ext>
            </a:extLst>
          </p:cNvPr>
          <p:cNvSpPr txBox="1"/>
          <p:nvPr/>
        </p:nvSpPr>
        <p:spPr>
          <a:xfrm>
            <a:off x="8863767" y="715523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form_record_state_update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7D06D48-2622-4F56-CE8F-0236F3E22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550" y="149978"/>
            <a:ext cx="2517908" cy="154646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E78FA5F-6640-B79B-9000-686D79F05BDE}"/>
              </a:ext>
            </a:extLst>
          </p:cNvPr>
          <p:cNvSpPr txBox="1"/>
          <p:nvPr/>
        </p:nvSpPr>
        <p:spPr>
          <a:xfrm>
            <a:off x="6208321" y="-34688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form_state_editor_json</a:t>
            </a:r>
            <a:endParaRPr lang="en-US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C7E4422-5062-B1DB-1A3D-73827E979FBE}"/>
              </a:ext>
            </a:extLst>
          </p:cNvPr>
          <p:cNvSpPr/>
          <p:nvPr/>
        </p:nvSpPr>
        <p:spPr>
          <a:xfrm rot="5400000">
            <a:off x="7101649" y="1621632"/>
            <a:ext cx="980661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58A8327C-5CCD-F859-2C06-1C2BAD310257}"/>
              </a:ext>
            </a:extLst>
          </p:cNvPr>
          <p:cNvSpPr/>
          <p:nvPr/>
        </p:nvSpPr>
        <p:spPr>
          <a:xfrm rot="8866780">
            <a:off x="3566866" y="1293864"/>
            <a:ext cx="3325421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5F86B89-4567-FCD1-8076-548FDC2AD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7069" y="1084855"/>
            <a:ext cx="3419058" cy="2586516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CBF497BB-FB9F-82AB-BEAA-DF902F45584F}"/>
              </a:ext>
            </a:extLst>
          </p:cNvPr>
          <p:cNvSpPr/>
          <p:nvPr/>
        </p:nvSpPr>
        <p:spPr>
          <a:xfrm>
            <a:off x="7701314" y="2483023"/>
            <a:ext cx="980661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7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A4B24-482D-3A6A-24F4-EFC337B9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03D3D62-B65D-98B2-27F0-2965B9BAC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550" y="149978"/>
            <a:ext cx="2517908" cy="15464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C8387A0-5374-34D9-D054-C2DCD76EE884}"/>
              </a:ext>
            </a:extLst>
          </p:cNvPr>
          <p:cNvSpPr txBox="1"/>
          <p:nvPr/>
        </p:nvSpPr>
        <p:spPr>
          <a:xfrm>
            <a:off x="6208321" y="-34688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form_state_editor_json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A3B3DB5-267A-0DB6-3714-0A944A486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533" y="4447732"/>
            <a:ext cx="3063282" cy="23173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5DA103-3ED0-3312-7AB7-0A0A3033FDD6}"/>
              </a:ext>
            </a:extLst>
          </p:cNvPr>
          <p:cNvSpPr txBox="1"/>
          <p:nvPr/>
        </p:nvSpPr>
        <p:spPr>
          <a:xfrm>
            <a:off x="291548" y="477078"/>
            <a:ext cx="41943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this is the form editor page where you can drag and drop all input-related components that XWUI supports. In this sample, we're showing hard-coded components only.</a:t>
            </a:r>
          </a:p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3EEDC-73A4-980F-5D4C-19C6332EADB1}"/>
              </a:ext>
            </a:extLst>
          </p:cNvPr>
          <p:cNvSpPr txBox="1"/>
          <p:nvPr/>
        </p:nvSpPr>
        <p:spPr>
          <a:xfrm>
            <a:off x="318052" y="79513"/>
            <a:ext cx="6235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EDITOR PAGE – RECORD CRUD – to – RECORD JSON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C8C82-E30B-4312-374F-CA7C5D2FF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043" y="2230379"/>
            <a:ext cx="1702908" cy="1317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0131F-9C45-12C3-86E1-E3F1BD5D0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203" y="2378113"/>
            <a:ext cx="3247561" cy="9194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2E38B4-20D7-EFF8-7455-BB84E59B75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1382" y="3890271"/>
            <a:ext cx="1609050" cy="1114922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8C26981-42DB-0120-2B92-ADE2B4478740}"/>
              </a:ext>
            </a:extLst>
          </p:cNvPr>
          <p:cNvSpPr/>
          <p:nvPr/>
        </p:nvSpPr>
        <p:spPr>
          <a:xfrm rot="5400000">
            <a:off x="6223481" y="3161432"/>
            <a:ext cx="980661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F7C4199-85C4-FCE7-2D66-CCE4707414E8}"/>
              </a:ext>
            </a:extLst>
          </p:cNvPr>
          <p:cNvSpPr/>
          <p:nvPr/>
        </p:nvSpPr>
        <p:spPr>
          <a:xfrm rot="2766066">
            <a:off x="7495598" y="3353795"/>
            <a:ext cx="2015296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3D284C-2F3B-2447-6A4E-63020FCCA5C8}"/>
              </a:ext>
            </a:extLst>
          </p:cNvPr>
          <p:cNvSpPr txBox="1"/>
          <p:nvPr/>
        </p:nvSpPr>
        <p:spPr>
          <a:xfrm>
            <a:off x="1659519" y="3520939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form_record_state_add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0DEB45-FE00-81CD-30DA-978DDBF3F440}"/>
              </a:ext>
            </a:extLst>
          </p:cNvPr>
          <p:cNvSpPr txBox="1"/>
          <p:nvPr/>
        </p:nvSpPr>
        <p:spPr>
          <a:xfrm>
            <a:off x="5219628" y="4969771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form_record_state_view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A81A5-E1D8-0D02-AEAF-FB4404DE64CF}"/>
              </a:ext>
            </a:extLst>
          </p:cNvPr>
          <p:cNvSpPr txBox="1"/>
          <p:nvPr/>
        </p:nvSpPr>
        <p:spPr>
          <a:xfrm>
            <a:off x="9120359" y="4022824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form_record_state_update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018895-E6D3-38B4-6B28-DDB1F93493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185" y="4474603"/>
            <a:ext cx="3862676" cy="229367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3596120-5406-EFCE-3C8A-1B514F3C46EF}"/>
              </a:ext>
            </a:extLst>
          </p:cNvPr>
          <p:cNvSpPr/>
          <p:nvPr/>
        </p:nvSpPr>
        <p:spPr>
          <a:xfrm rot="5400000">
            <a:off x="2887244" y="4024906"/>
            <a:ext cx="829450" cy="537180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94B2C-F76C-0999-6CBF-4BC98449B21A}"/>
              </a:ext>
            </a:extLst>
          </p:cNvPr>
          <p:cNvSpPr txBox="1"/>
          <p:nvPr/>
        </p:nvSpPr>
        <p:spPr>
          <a:xfrm>
            <a:off x="988586" y="6253453"/>
            <a:ext cx="298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form_record_state_json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9E2100D-4C33-9EAC-153C-E4EB6EAFF75B}"/>
              </a:ext>
            </a:extLst>
          </p:cNvPr>
          <p:cNvSpPr/>
          <p:nvPr/>
        </p:nvSpPr>
        <p:spPr>
          <a:xfrm rot="19803142">
            <a:off x="4176080" y="4550396"/>
            <a:ext cx="1928873" cy="537180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3434C731-A27B-4759-E679-D9FD8EC2833F}"/>
              </a:ext>
            </a:extLst>
          </p:cNvPr>
          <p:cNvSpPr/>
          <p:nvPr/>
        </p:nvSpPr>
        <p:spPr>
          <a:xfrm>
            <a:off x="4170767" y="5870713"/>
            <a:ext cx="4390137" cy="457675"/>
          </a:xfrm>
          <a:prstGeom prst="left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5C88545-1943-19F5-9B43-D1FD0228BF16}"/>
              </a:ext>
            </a:extLst>
          </p:cNvPr>
          <p:cNvSpPr/>
          <p:nvPr/>
        </p:nvSpPr>
        <p:spPr>
          <a:xfrm rot="18539384">
            <a:off x="3646156" y="3775249"/>
            <a:ext cx="2261048" cy="537180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51F14BBB-10CC-6263-EC6E-170A64CF0041}"/>
              </a:ext>
            </a:extLst>
          </p:cNvPr>
          <p:cNvSpPr/>
          <p:nvPr/>
        </p:nvSpPr>
        <p:spPr>
          <a:xfrm rot="5400000">
            <a:off x="7101649" y="1621632"/>
            <a:ext cx="980661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3D4DA86D-1C99-C64A-6BD9-9318BC27686B}"/>
              </a:ext>
            </a:extLst>
          </p:cNvPr>
          <p:cNvSpPr/>
          <p:nvPr/>
        </p:nvSpPr>
        <p:spPr>
          <a:xfrm rot="8866780">
            <a:off x="3566866" y="1293864"/>
            <a:ext cx="3325421" cy="74212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1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280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XWUIFormMaster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A. AlShehri</dc:creator>
  <cp:lastModifiedBy>Muhammad A. AlShehri</cp:lastModifiedBy>
  <cp:revision>1</cp:revision>
  <dcterms:created xsi:type="dcterms:W3CDTF">2026-02-09T11:41:04Z</dcterms:created>
  <dcterms:modified xsi:type="dcterms:W3CDTF">2026-02-09T12:01:43Z</dcterms:modified>
</cp:coreProperties>
</file>